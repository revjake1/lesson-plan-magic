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F2F55"/>
                </a:solidFill>
              </a:rPr>
              <a:t>{{SUBJECT}} — {{DATE}}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>
                <a:solidFill>
                  <a:srgbClr val="555555"/>
                </a:solidFill>
              </a:rPr>
              <a:t>I am learning…</a:t>
            </a:r>
          </a:p>
          <a:p>
            <a:r>
              <a:rPr sz="2400"/>
              <a:t>{{LEARNING_INTENTION}}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6616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>
                <a:solidFill>
                  <a:srgbClr val="555555"/>
                </a:solidFill>
              </a:rPr>
              <a:t>I can…</a:t>
            </a:r>
          </a:p>
          <a:p>
            <a:r>
              <a:rPr sz="2000"/>
              <a:t>{{SUCCESS_CRITERIA}}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>
                <a:solidFill>
                  <a:srgbClr val="555555"/>
                </a:solidFill>
              </a:rPr>
              <a:t>Today's Agenda</a:t>
            </a:r>
          </a:p>
          <a:p>
            <a:r>
              <a:rPr sz="2200"/>
              <a:t>{{AGENDA}}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888888"/>
                </a:solidFill>
              </a:rPr>
              <a:t>Homework / Tomorrow: {{HOMEWORK}}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